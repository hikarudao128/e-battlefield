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Tự nhiên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59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PPC</c:v>
                </c:pt>
              </c:strCache>
            </c:strRef>
          </c:tx>
          <c:spPr>
            <a:solidFill>
              <a:srgbClr val="1D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</c:v>
                </c:pt>
                <c:pt idx="1">
                  <c:v>21</c:v>
                </c:pt>
                <c:pt idx="2">
                  <c:v>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Ngoài Amazon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3C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F6B7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A: base cost đã gồm mọi phí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3C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Xả giá 50%</c:v>
                  </c:pt>
                  <c:pt idx="1">
                    <c:v>Thận trọng (48)</c:v>
                  </c:pt>
                  <c:pt idx="2">
                    <c:v>Cơ sở (86)</c:v>
                  </c:pt>
                  <c:pt idx="3">
                    <c:v>Mục tiêu (110)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533</c:v>
                </c:pt>
                <c:pt idx="1">
                  <c:v>707</c:v>
                </c:pt>
                <c:pt idx="2">
                  <c:v>1580</c:v>
                </c:pt>
                <c:pt idx="3">
                  <c:v>2062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B: chưa gồm phí 17%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3C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Xả giá 50%</c:v>
                  </c:pt>
                  <c:pt idx="1">
                    <c:v>Thận trọng (48)</c:v>
                  </c:pt>
                  <c:pt idx="2">
                    <c:v>Cơ sở (86)</c:v>
                  </c:pt>
                  <c:pt idx="3">
                    <c:v>Mục tiêu (110)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235</c:v>
                </c:pt>
                <c:pt idx="1">
                  <c:v>388</c:v>
                </c:pt>
                <c:pt idx="2">
                  <c:v>1009</c:v>
                </c:pt>
                <c:pt idx="3">
                  <c:v>1348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3C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3C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F6B7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luận điểm chính + 3 con số neo (110 sản phẩm, 400 USD, dự báo 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Vai trò từng SKU: SP1, SP2 → Winter Escapers; SP3 đen → tiệc; SP3 hồng → Valentine, Phục sinh.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hỏi then chốt khi pitching: khoảng 75 sản phẩm tự nhiên (kịch bản mục tiêu) đến từ đâu? Trả lời bằng baseline đo ngày 01/10.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 định: khuyến mãi TB 5%, dự phòng hoàn hàng 8%, marketing cố định 400 USD. Chưa tính thuế nhập khẩu, phụ phí tồn kho lâu ngày.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023360" cy="4023360"/>
          </a:xfrm>
          <a:prstGeom prst="ellipse">
            <a:avLst/>
          </a:prstGeom>
          <a:solidFill>
            <a:srgbClr val="F2A65A">
              <a:alpha val="85000"/>
            </a:srgbClr>
          </a:solidFill>
          <a:ln w="12700">
            <a:solidFill>
              <a:srgbClr val="F2A65A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74320"/>
            <a:ext cx="2011680" cy="2011680"/>
          </a:xfrm>
          <a:prstGeom prst="ellipse">
            <a:avLst/>
          </a:prstGeom>
          <a:solidFill>
            <a:srgbClr val="1D7A8C">
              <a:alpha val="80000"/>
            </a:srgbClr>
          </a:solidFill>
          <a:ln w="12700">
            <a:solidFill>
              <a:srgbClr val="1D7A8C">
                <a:alpha val="8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E-BATTLEFIELD 2026  ·  SIXDO × AMAZON 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SIXDO trên Amazon US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tiếp 3 sản phẩm Xuân/Hè trong mùa Thu/Đông · 10/2026 – 03/2027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không mua theo mùa trên lịch, mà theo nơi mặc và dịp mặc. Cùng sản phẩm, đổi bối cảnh, không xả giá.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69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tồn kho cần bán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USD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4069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ngân sách (300 trên / 100 ngoài Amazon)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29184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4069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phẩm, kịch bản cơ sở (78%)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sản phẩm một bối cảnh mới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đổi sản phẩm, chỉ đổi nơi mặc, dịp mặc và cách phối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40230" cy="30175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566928" cy="566928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01368"/>
            <a:ext cx="9258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Escape Jumpsuit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Escapers: du thuyền, resort tháng 11–3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17470" y="1600200"/>
            <a:ext cx="1840230" cy="30175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00350" y="1801368"/>
            <a:ext cx="566928" cy="566928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0035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40430" y="1801368"/>
            <a:ext cx="9258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80035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Vacation-to-Fall Maxi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80035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Họp mặt mùa thu, rồi chuyển sang Winter Escapers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0035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40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86300" y="1600200"/>
            <a:ext cx="1840230" cy="30175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9180" y="1801368"/>
            <a:ext cx="566928" cy="566928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09260" y="1801368"/>
            <a:ext cx="9258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ĐEN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Party Dress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Tiệc cuối năm, đám cưới, sự kiện trong nhà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6918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25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55130" y="1600200"/>
            <a:ext cx="1840230" cy="30175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38010" y="1801368"/>
            <a:ext cx="566928" cy="566928"/>
          </a:xfrm>
          <a:prstGeom prst="ellipse">
            <a:avLst/>
          </a:prstGeom>
          <a:solidFill>
            <a:srgbClr val="E86A5C"/>
          </a:solidFill>
          <a:ln w="12700">
            <a:solidFill>
              <a:srgbClr val="E86A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3801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78090" y="1801368"/>
            <a:ext cx="9258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HỒNG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3801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Pink Edit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93801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Valentine 14/02 và Phục sinh 28/03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3801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cơ sở: bán 86 / 110 sản phẩm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sản phẩm bán ra theo nguồn, 01/10/2026 – 31/03/2027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8463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508760"/>
          <a:ext cx="46634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527048"/>
            <a:ext cx="365760" cy="36576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508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nhiên là nguồn lớn nhất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cần 4,1 session/ngày cho cả 3 listing (mục tiêu: 4,6).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15000" y="2606040"/>
            <a:ext cx="365760" cy="36576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587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tối đa 210 USD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29992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chiến dịch 1 USD/ngày, tối đa 2 chiến dịch cùng lúc.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15000" y="3685032"/>
            <a:ext cx="365760" cy="3657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6667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Ngoài Amazon có đo lường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0782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+ 2 creator, mọi link đều gắn Amazon Attribution.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giá vẫn lãi hơn xả hàng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nhuận góp sau marketing (USD), 2 cách hiểu base cost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0876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cơ sở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965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+1.580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(A), so với +533 USD nếu xả giá 50%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2918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Ngay cả kịch bản thận trọng vẫn lãi hơn xả hàng, và còn 62 sản phẩm để bán đúng mùa Xuân/Hè 2027.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SIXDO – mẫu slide B-winter-escape</dc:title>
  <dc:subject>PptxGenJS Presentation</dc:subject>
  <dc:creator>SIXDO team</dc:creator>
  <cp:lastModifiedBy>SIXDO team</cp:lastModifiedBy>
  <cp:revision>1</cp:revision>
  <dcterms:created xsi:type="dcterms:W3CDTF">2026-09-30T04:12:20Z</dcterms:created>
  <dcterms:modified xsi:type="dcterms:W3CDTF">2026-09-30T04:12:20Z</dcterms:modified>
</cp:coreProperties>
</file>